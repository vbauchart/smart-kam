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166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57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55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49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085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489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27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96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51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31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44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72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FB6A7-A185-4073-96BE-EAE39D6A1636}" type="datetimeFigureOut">
              <a:rPr lang="fr-FR" smtClean="0"/>
              <a:t>21/05/2014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A29E1-0B82-4D83-AC12-BE4CA48F13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55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/>
          <p:cNvSpPr/>
          <p:nvPr/>
        </p:nvSpPr>
        <p:spPr>
          <a:xfrm>
            <a:off x="2471511" y="1628800"/>
            <a:ext cx="1524425" cy="648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Saisie initiale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179512" y="1628800"/>
            <a:ext cx="1524425" cy="648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Création du projet</a:t>
            </a:r>
            <a:endParaRPr lang="fr-FR" dirty="0"/>
          </a:p>
        </p:txBody>
      </p:sp>
      <p:sp>
        <p:nvSpPr>
          <p:cNvPr id="16" name="Rectangle avec flèche vers le bas 15"/>
          <p:cNvSpPr/>
          <p:nvPr/>
        </p:nvSpPr>
        <p:spPr>
          <a:xfrm>
            <a:off x="467544" y="728700"/>
            <a:ext cx="1080120" cy="9001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/>
              <a:t>Nom Projet</a:t>
            </a:r>
          </a:p>
          <a:p>
            <a:pPr algn="ctr"/>
            <a:r>
              <a:rPr lang="fr-FR" sz="1000" dirty="0" smtClean="0"/>
              <a:t>Clients</a:t>
            </a:r>
          </a:p>
          <a:p>
            <a:pPr algn="ctr"/>
            <a:r>
              <a:rPr lang="fr-FR" sz="1000" dirty="0" smtClean="0"/>
              <a:t>Familles</a:t>
            </a:r>
            <a:endParaRPr lang="fr-FR" sz="1000" dirty="0"/>
          </a:p>
        </p:txBody>
      </p:sp>
      <p:sp>
        <p:nvSpPr>
          <p:cNvPr id="18" name="Rectangle avec flèche vers le bas 17"/>
          <p:cNvSpPr/>
          <p:nvPr/>
        </p:nvSpPr>
        <p:spPr>
          <a:xfrm>
            <a:off x="2693663" y="692696"/>
            <a:ext cx="1080120" cy="9001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/>
              <a:t>Produit</a:t>
            </a:r>
          </a:p>
          <a:p>
            <a:pPr algn="ctr"/>
            <a:r>
              <a:rPr lang="fr-FR" sz="1000" dirty="0" smtClean="0"/>
              <a:t>Références</a:t>
            </a:r>
            <a:endParaRPr lang="fr-FR" sz="1000" dirty="0" smtClean="0"/>
          </a:p>
        </p:txBody>
      </p:sp>
      <p:sp>
        <p:nvSpPr>
          <p:cNvPr id="21" name="Ellipse 20"/>
          <p:cNvSpPr/>
          <p:nvPr/>
        </p:nvSpPr>
        <p:spPr>
          <a:xfrm>
            <a:off x="4716016" y="1628800"/>
            <a:ext cx="1944216" cy="648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Modification</a:t>
            </a:r>
          </a:p>
        </p:txBody>
      </p:sp>
      <p:cxnSp>
        <p:nvCxnSpPr>
          <p:cNvPr id="28" name="Connecteur droit avec flèche 27"/>
          <p:cNvCxnSpPr>
            <a:stCxn id="5" idx="6"/>
            <a:endCxn id="21" idx="2"/>
          </p:cNvCxnSpPr>
          <p:nvPr/>
        </p:nvCxnSpPr>
        <p:spPr>
          <a:xfrm>
            <a:off x="3995936" y="1952836"/>
            <a:ext cx="720080" cy="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>
            <a:stCxn id="6" idx="6"/>
            <a:endCxn id="5" idx="2"/>
          </p:cNvCxnSpPr>
          <p:nvPr/>
        </p:nvCxnSpPr>
        <p:spPr>
          <a:xfrm>
            <a:off x="1703937" y="1952836"/>
            <a:ext cx="767574" cy="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avec flèche vers le bas 42"/>
          <p:cNvSpPr/>
          <p:nvPr/>
        </p:nvSpPr>
        <p:spPr>
          <a:xfrm>
            <a:off x="5184068" y="718993"/>
            <a:ext cx="1080120" cy="9001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smtClean="0"/>
              <a:t>Etat</a:t>
            </a:r>
          </a:p>
          <a:p>
            <a:pPr algn="ctr"/>
            <a:r>
              <a:rPr lang="fr-FR" sz="1000" dirty="0" smtClean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24614039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</Words>
  <Application>Microsoft Office PowerPoint</Application>
  <PresentationFormat>Affichage à l'écran (4:3)</PresentationFormat>
  <Paragraphs>10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Vincent BAUCHART</dc:creator>
  <cp:lastModifiedBy>Vincent BAUCHART</cp:lastModifiedBy>
  <cp:revision>3</cp:revision>
  <dcterms:created xsi:type="dcterms:W3CDTF">2014-05-21T11:53:27Z</dcterms:created>
  <dcterms:modified xsi:type="dcterms:W3CDTF">2014-05-21T12:06:08Z</dcterms:modified>
</cp:coreProperties>
</file>